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991CB7-7C0F-4A6A-9F86-4AA1FAB46A24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E4B78-E976-4BDF-AAAC-25C3A74FB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321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封面备注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E4B78-E976-4BDF-AAAC-25C3A74FBB9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385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NOtes2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E4B78-E976-4BDF-AAAC-25C3A74FBB9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997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FF266A-1D83-2BA3-9B6F-4A42F4B08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6EF3CE8-9D74-755B-C8AA-6FD8CBA24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446243-F934-CAA0-5F1A-DCE3CD011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A1E6-4C4A-46E9-8A5E-F3B6454561A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8B4839-EECB-14BC-18AC-2480637F4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C66FDC-2F68-57C6-24AA-925DCB389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6B66-2AD7-47A7-BF4B-9E78C12E0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305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8BC6A5-CE16-35B4-9C61-42FAECFF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DBC910-5BDD-5C67-711A-55AB2E375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5B620C-4B5C-761E-D6EE-3735878B6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A1E6-4C4A-46E9-8A5E-F3B6454561A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166BB5-9B31-01DF-59B5-8FBEAC1C4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24670E-F68C-598B-8E4C-9B45EE95B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6B66-2AD7-47A7-BF4B-9E78C12E0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620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B33AA7-3FE0-8B97-90DB-05A2F8D9B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BEAAFF-FE38-B4F5-717F-1E9FD84EA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368D6-0072-7331-6627-0F8494830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A1E6-4C4A-46E9-8A5E-F3B6454561A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B44855-1105-4387-97AF-7F3B61905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190782-C1E6-B707-5BD7-4CEC1C6F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6B66-2AD7-47A7-BF4B-9E78C12E0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89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3225E-C680-0DD6-6A7C-D723E6F7D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230469-B730-5255-5065-033CC832D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BE946A-19DC-F35D-9EF9-7B0269E25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E25245-12B2-9787-9690-CC3927DC6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A1E6-4C4A-46E9-8A5E-F3B6454561A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93D0F6-1A8B-76EC-EDFB-553BB0B22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095E2F-51FB-923E-3C58-9202BA83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6B66-2AD7-47A7-BF4B-9E78C12E0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258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A43C8F-DB3D-9989-9254-956C9E0FA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6854CD-F832-7802-8EFA-73E83D11D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2244AD-E6B0-8258-3BA8-7A4C1DF86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412C0F-E6A6-3E8B-1150-CCCBAE16D1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98D1801-6F5E-67B0-5515-0FAEFB362D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9EA89BA-7A39-045D-E47D-CE08FCF2F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A1E6-4C4A-46E9-8A5E-F3B6454561A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DE75D4A-C363-8D4D-2F5C-E7CF6F301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556715C-88F9-9863-A6BC-4E0B76F35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6B66-2AD7-47A7-BF4B-9E78C12E0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617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442CFC-EC8D-7BEA-5F0D-E7281AE65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800D18-FE50-2A8D-9578-980E54DA7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A1E6-4C4A-46E9-8A5E-F3B6454561A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D39084-4C5B-3333-D594-741C33831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4A4EB5-DAA0-B20E-CC4E-A2F3FA81D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6B66-2AD7-47A7-BF4B-9E78C12E0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387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35F31A-602F-57FF-6F62-05FE0B970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A1E6-4C4A-46E9-8A5E-F3B6454561A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8C9BB8B-4FD7-55C1-0E07-4837E9714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C74C83-56C2-5663-DE2D-36FB8C9B4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6B66-2AD7-47A7-BF4B-9E78C12E0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895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590D27-C033-F0DC-C0E5-60F7AAE17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7CD102-3AAB-EF87-845A-A0F7012B8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395C52-464C-681D-6636-B54D887DA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9FE208-0786-8CF3-9AFA-C44D6675A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A1E6-4C4A-46E9-8A5E-F3B6454561A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641B12-C11F-5E35-3633-D0F4A8315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72F0B9-571F-A1BB-7789-6A2F9A47E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6B66-2AD7-47A7-BF4B-9E78C12E0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755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D4148-9CEE-E309-F75B-E5DB22CC4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AE7356-A1A4-680C-EE9A-71FB5A327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B781C6-8472-A49D-DB49-653FED832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E25B12-1404-E917-12B5-BCCE808AA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A1E6-4C4A-46E9-8A5E-F3B6454561A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5698CB-4567-500B-0912-7F4B3E381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2B1090-72ED-59DD-24B7-6B1CA52C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6B66-2AD7-47A7-BF4B-9E78C12E0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947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D46442-8ABB-4956-96D7-FEE1F91EE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E803FB-AB1C-7D7F-0471-87415ED8E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50BC66-0D7C-C85B-8A77-5183AA41C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A1E6-4C4A-46E9-8A5E-F3B6454561A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F34CE0-44AA-E3ED-57A6-639BE3DBB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DBBFCD-5D9D-0D89-5910-88102FFC6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6B66-2AD7-47A7-BF4B-9E78C12E0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088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1F4F03-6FE3-8EB8-7EB5-5904DE8E04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215D7B-DC7C-992B-6109-2398A3EB4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DC9E56-50CB-4D3A-8E15-CB0841F5E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A1E6-4C4A-46E9-8A5E-F3B6454561A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DA9DF5-BB8A-AFCA-2668-69BDA4D7E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CC9C9B-4FBA-9ACC-F26F-E2E15DA95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6B66-2AD7-47A7-BF4B-9E78C12E0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266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5E569A7-0B5C-39C9-7CCA-A2A3719B0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745859-ED81-2FA6-AA4A-F02205C0C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82DFEC-8ADB-FEFD-C778-756DF8FCFF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5A1E6-4C4A-46E9-8A5E-F3B6454561A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D06439-DAF3-C9CC-0D91-01153AEF2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F86A7A-A5DE-6E62-93C6-096CE39466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96B66-2AD7-47A7-BF4B-9E78C12E0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184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4CA077-2E09-6FD9-77E4-18EEBFEB5F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Hello First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4DF23D-F6E6-A5F4-B8AD-60ABD8A951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中文标题</a:t>
            </a:r>
          </a:p>
        </p:txBody>
      </p:sp>
    </p:spTree>
    <p:extLst>
      <p:ext uri="{BB962C8B-B14F-4D97-AF65-F5344CB8AC3E}">
        <p14:creationId xmlns:p14="http://schemas.microsoft.com/office/powerpoint/2010/main" val="3002519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82CCF-1CFC-17A6-FA09-622DC11CD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4D1A87-3E7E-A8C9-954B-BC009B430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Hello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2321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D67CD5-F435-4470-4505-5B7C728A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内容二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2641029-AF75-AE97-0318-F93AB458F4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186" y="1825625"/>
            <a:ext cx="2447627" cy="4351338"/>
          </a:xfrm>
        </p:spPr>
      </p:pic>
    </p:spTree>
    <p:extLst>
      <p:ext uri="{BB962C8B-B14F-4D97-AF65-F5344CB8AC3E}">
        <p14:creationId xmlns:p14="http://schemas.microsoft.com/office/powerpoint/2010/main" val="1084356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</Words>
  <Application>Microsoft Office PowerPoint</Application>
  <PresentationFormat>宽屏</PresentationFormat>
  <Paragraphs>9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Hello First</vt:lpstr>
      <vt:lpstr>内容一</vt:lpstr>
      <vt:lpstr>内容二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Yazhong Ma</dc:creator>
  <cp:lastModifiedBy>Yazhong Ma</cp:lastModifiedBy>
  <cp:revision>2</cp:revision>
  <dcterms:created xsi:type="dcterms:W3CDTF">2026-04-01T05:17:51Z</dcterms:created>
  <dcterms:modified xsi:type="dcterms:W3CDTF">2026-04-01T05:31:52Z</dcterms:modified>
</cp:coreProperties>
</file>